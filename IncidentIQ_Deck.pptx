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IncidentIQ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EAF2F8"/>
                </a:solidFill>
                <a:latin typeface="Calibri"/>
              </a:rPr>
              <a:t>AI-powered DevOps incident triage &amp;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31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B8CCE0"/>
                </a:solidFill>
                <a:latin typeface="Calibri"/>
              </a:rPr>
              <a:t>Multi-agent system  |  Python  ·  FastAPI  ·  LangGraph  · 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Kundan Kotangale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8CCE0"/>
                </a:solidFill>
                <a:latin typeface="Calibri"/>
              </a:rPr>
              <a:t>HCLTech Hackathon  ·  Use Case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IncidentIQ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 DevOps / SRE teams lose hours triaging every production incident.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–   Digging through logs, runbooks and old tickets by hand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–   Same incidents get re-investigated from scratch each time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 Result: slow MTTR (mean time to resolve) and burnt-out on-call engineers.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 Low-priority noise gets the same effort as real outages.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 The knowledge to fix most incidents already exists — it's just hard to find fast.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920240"/>
            <a:ext cx="3108960" cy="237744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1F3A5F"/>
                </a:solidFill>
                <a:latin typeface="Calibri"/>
              </a:rPr>
              <a:t>“Most of the fix is already
written down somewhere.
We just can't find it
fast enough at 3 AM.”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IncidentIQ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 multi-agent system that takes an incident, triages it, finds similar past cases via RAG, proposes a fix, and auto-runs safe actions for high-severity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468880" cy="566928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Triage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04288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Classifies severity (P1–P4) + category, extracts entities. Structured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35808"/>
            <a:ext cx="2468880" cy="566928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Knowledge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54096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RAG retrieval over runbooks and historical incidents (ChromaDB).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85615"/>
            <a:ext cx="2468880" cy="566928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Remediation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803903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Proposes fix steps and invokes mocked DevOps tools when safe.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35424"/>
            <a:ext cx="2468880" cy="566928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553712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Formats the final Slack/email-ready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85232"/>
            <a:ext cx="2468880" cy="566928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30352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LangGraph supervisor — routes between agents based on severity.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IncidentIQ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Five agents orchestrated by a LangGraph state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7025" y="2103120"/>
            <a:ext cx="1627632" cy="86868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F3A5F"/>
                </a:solidFill>
                <a:latin typeface="Calibri"/>
              </a:rPr>
              <a:t>Incident
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4457" y="23591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2833" y="2103120"/>
            <a:ext cx="1627632" cy="86868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432" y="23591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976" y="2103120"/>
            <a:ext cx="1627632" cy="86868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Knowledge
(RAG)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6408" y="23591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5288" y="2103120"/>
            <a:ext cx="1627632" cy="86868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2374" y="23591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 dirty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1254" y="2103120"/>
            <a:ext cx="1627632" cy="86868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Remediation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8174" y="23591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86718" y="2103120"/>
            <a:ext cx="1627632" cy="86868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Notifier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9736" y="3017520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runbooks +
past incidents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19" y="3017520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mock tools fire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10881360" cy="1234440"/>
          </a:xfrm>
          <a:prstGeom prst="roundRect">
            <a:avLst/>
          </a:prstGeom>
          <a:solidFill>
            <a:srgbClr val="ECF7EF"/>
          </a:solidFill>
          <a:ln w="15875">
            <a:solidFill>
              <a:srgbClr val="278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1E5C38"/>
                </a:solidFill>
                <a:latin typeface="Calibri"/>
              </a:rPr>
              <a:t>Conditional routing  (the wow factor):  Router reads the severity —  P1 / P2 run the Remediation agent and mocked tools fire (restart_service, page_oncall…),  while  P3 / P4 skip Remediation and go straight to the Notifier.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Tech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FastAPI + Uvicorn   ·   LangChain + LangGraph   ·   ChromaDB   ·   sentence-transformers (MiniLM)   ·   Pydantic v2   ·   Ollama (llama3.1)   ·  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How It Meets 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IncidentIQ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45920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/health, POST /process, GET /runbooks/{category}, GET /incidents/{id}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9424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3+ agents +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49424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5 agents on LangGraph with a conditional edge on severity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52928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85292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chunk → embed (MiniLM) → ChromaDB → grounded answers with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56432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Structured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5643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.with_structured_output() in the Triage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59936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Pydantic A2A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59936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typed messages between every agent (TriageResult, KnowledgeHit…)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3+ mocked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663440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restart_service, scale_replicas, rollback_deployment, page_oncall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Containerized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266944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docker compose up brings up Ollama + the API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70448"/>
            <a:ext cx="2926080" cy="5029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8704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GitHub Actions CI, K8s probes, trace-ID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IncidentIQ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Same endpoint, two very different paths — driven entirely by severity.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94960" cy="548640"/>
          </a:xfrm>
          <a:prstGeom prst="roundRect">
            <a:avLst/>
          </a:prstGeom>
          <a:solidFill>
            <a:srgbClr val="FBE3E3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8E241A"/>
                </a:solidFill>
                <a:latin typeface="Calibri"/>
              </a:rPr>
              <a:t>POST /process  —  P1 database outage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Triage → P1 / database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RAG finds INC-102 (connection pool) + db runbook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Router → Remediation path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Tools fire: page_oncall, restart_service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Notified on #sev1-incidents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212080" cy="548640"/>
          </a:xfrm>
          <a:prstGeom prst="roundRect">
            <a:avLst/>
          </a:prstGeom>
          <a:solidFill>
            <a:srgbClr val="E6F0E9"/>
          </a:solidFill>
          <a:ln w="15875">
            <a:solidFill>
              <a:srgbClr val="278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E5C38"/>
                </a:solidFill>
                <a:latin typeface="Calibri"/>
              </a:rPr>
              <a:t>POST /process  —  P4 informational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974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Triage → P4 / low priority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Router → skips Remediation entirely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No tools invoked (remediation = null)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Straight to Notifier on #ops-fyi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Cheap path for noise — no wasted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Also shown live:  GET /runbooks/database  (RAG knowledge)   and   GET /incidents/INC-101  (past incident lookup).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Lessons Learned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IncidentIQ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What I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Get one agent + one endpoint working first, then layer on the rest.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A mock LLM (MOCK_LLM=true) made it possible to test the whole graph without burning time on the model.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Local models can return messy JSON — structured output + fallbacks saved the pipeline.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The conditional edge is what makes it feel 'agentic', not just a chain.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Persisting ChromaDB to disk avoided re-ingesting on every restart.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What I'd add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Real tool integrations (Kubernetes, PagerDuty) behind a safety gate.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Human-in-the-loop approval for risky actions (LangGraph interrupt()).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Streaming the agent reasoning live over SSE.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Feedback loop — store resolved incidents back into the corpus.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 Eval harness to measure triage accuracy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744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Kundan Kotangale</cp:lastModifiedBy>
  <cp:revision>2</cp:revision>
  <dcterms:created xsi:type="dcterms:W3CDTF">2013-01-27T09:14:16Z</dcterms:created>
  <dcterms:modified xsi:type="dcterms:W3CDTF">2026-06-19T07:43:12Z</dcterms:modified>
  <cp:category/>
</cp:coreProperties>
</file>